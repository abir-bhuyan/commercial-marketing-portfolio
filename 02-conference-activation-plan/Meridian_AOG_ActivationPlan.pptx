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COMMERCIAL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 2026</a:t>
            </a:r>
            <a:endParaRPr lang="en-US" sz="54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Activation Plan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Australasian Oil &amp; Gas Exhibition · Perth Convention &amp; Exhibition Centre · 11–13 March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4572000" cy="1828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5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4416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Offshore — Commercial 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4206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5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0" y="4416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MO-MKT-2026-001 · Draft for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WHY WE ARE EXHIBITING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target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" cy="31089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" cy="7772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qualified leads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25 qualified conversations with operators in the WA basin (NWS, Browse, Carnarvon).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502920" cy="7772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existing clients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 informal client breakfasts during the event to support upcoming framework tender cycle.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02920" cy="7772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721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IRM service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050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refreshed IRM capability statement; achieve 200+ collateral hand-outs over 3 days.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3108960"/>
          </a:xfrm>
          <a:prstGeom prst="rect">
            <a:avLst/>
          </a:prstGeom>
          <a:solidFill>
            <a:srgbClr val="F3EFE6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1965960"/>
            <a:ext cx="109728" cy="109728"/>
          </a:xfrm>
          <a:prstGeom prst="ellipse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integrity managers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121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WA-based oil &amp; gas operators with offshore assets due for IRM cycles in 2026–27.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74920" y="2560320"/>
            <a:ext cx="109728" cy="109728"/>
          </a:xfrm>
          <a:prstGeom prst="ellipse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496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Subsea engineering managers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715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for ROV inspection and pipeline integrity scopes.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3154680"/>
            <a:ext cx="109728" cy="109728"/>
          </a:xfrm>
          <a:prstGeom prst="ellipse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090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supply 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agreement owners and sourcing leads for offshore services.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3749040"/>
            <a:ext cx="109728" cy="109728"/>
          </a:xfrm>
          <a:prstGeom prst="ellipse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prime contractors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3904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JV and subcontract partners on large IRM campaigns.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846320"/>
            <a:ext cx="8412480" cy="1371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01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OFFSHORE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08960" y="4901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 2026 · Exhibition Activation Plan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4901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WHAT VISITORS WILL SEE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concept &amp; 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3108960"/>
          </a:xfrm>
          <a:prstGeom prst="rect">
            <a:avLst/>
          </a:prstGeom>
          <a:solidFill>
            <a:srgbClr val="F3EFE6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291840" cy="146304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109728" cy="14630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B5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REPAIR · MAINTENANCE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0" y="3429000"/>
            <a:ext cx="2011680" cy="411480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3291840" cy="320040"/>
          </a:xfrm>
          <a:prstGeom prst="rect">
            <a:avLst/>
          </a:prstGeom>
          <a:solidFill>
            <a:srgbClr val="E0DCD0"/>
          </a:solidFill>
          <a:ln w="1270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× 3m island booth · Hall 4, Stand 4–B22 (target location)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783080"/>
            <a:ext cx="45720" cy="685800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46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 Perth crew, global standards"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from Perth within 48 hours of call-off — backed by ISO-aligned QHSE systems.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651760"/>
            <a:ext cx="45720" cy="685800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615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"Data-led integrity outcomes"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inspection campaign paired with an integrity dashboard, not just a report PDF.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520440"/>
            <a:ext cx="45720" cy="685800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83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"Vessel and spread agnostic"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asset to the scope; no pressure to use in-house vessels you don't need.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1371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01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OFFSHORE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08960" y="4901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 2026 · Exhibition Activation Plan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4901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WHAT WE BRING &amp; WHAT IT COSTS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Collateral, lead capture &amp; indicative budget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CHECKLIST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55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capability statement (A4, printed × 250)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93976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Service-line one-pagers (4 × A4, printed × 100 each)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services loop video (90 sec, screen)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USB drives with case studies (× 75)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banner (×2) + tablecloth + lanyard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64408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cards for 4 attending staff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57016"/>
            <a:ext cx="13716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E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QR-linked digital brochure (mobile-optimised)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023360" cy="1280160"/>
          </a:xfrm>
          <a:prstGeom prst="rect">
            <a:avLst/>
          </a:prstGeom>
          <a:solidFill>
            <a:srgbClr val="F3EFE6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PROCESS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755648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755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visitor badge → auto-load to CRM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956816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56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1938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interest (IRM / pipeline / data)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157984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1396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follow-up email + collateral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359152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359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2340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nurture cadence for 6 weeks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BUDGET (AUD, ex GST)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017520"/>
          <a:ext cx="4023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Booth space &amp; shell scheme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Booth design &amp;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&amp; digital collateral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T&amp;E (4 × 3 days)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breakfast hosting (×3)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(10%)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$62 700 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365760" y="4846320"/>
            <a:ext cx="8412480" cy="1371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901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OFFSHORE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108960" y="4901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 2026 · Exhibition Activation Plan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217920" y="4901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HOW WE WILL RUN IT &amp; MEASURE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success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 TIMELINE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365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92808"/>
            <a:ext cx="182880" cy="182880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T-12 wk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approved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892808"/>
            <a:ext cx="182880" cy="182880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 wk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design locked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1892808"/>
            <a:ext cx="182880" cy="182880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T-6 wk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to print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94960" y="1892808"/>
            <a:ext cx="182880" cy="182880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 wk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invites sent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40880" y="1892808"/>
            <a:ext cx="182880" cy="182880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 wk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dressed &amp; rehearsed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74720"/>
            <a:ext cx="1874520" cy="54864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84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02920" y="4114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conversations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361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integrity teams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14600" y="347472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3474720"/>
            <a:ext cx="1874520" cy="54864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3584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560320" y="4114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hand-outs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0" y="4361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+ digital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347472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474720"/>
            <a:ext cx="1874520" cy="54864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584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617720" y="4114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breakfasts hosted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17720" y="4361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clients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29400" y="347472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9400" y="3474720"/>
            <a:ext cx="1874520" cy="54864"/>
          </a:xfrm>
          <a:prstGeom prst="rect">
            <a:avLst/>
          </a:prstGeom>
          <a:solidFill>
            <a:srgbClr val="2A8E9A"/>
          </a:solidFill>
          <a:ln w="12700">
            <a:solidFill>
              <a:srgbClr val="2A8E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5844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675120" y="4114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invitations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4361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within 90 days post-event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846320"/>
            <a:ext cx="8412480" cy="1371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01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OFFSHORE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108960" y="4901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 2026 · Exhibition Activation Plan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0" y="4901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AOG 2026 — Exhibition Activation Plan</dc:title>
  <dc:subject>PptxGenJS Presentation</dc:subject>
  <dc:creator>Mohammed Habibur Rahman Bhuyan Abir</dc:creator>
  <cp:lastModifiedBy>Mohammed Habibur Rahman Bhuyan Abir</cp:lastModifiedBy>
  <cp:revision>1</cp:revision>
  <dcterms:created xsi:type="dcterms:W3CDTF">2026-05-20T08:03:07Z</dcterms:created>
  <dcterms:modified xsi:type="dcterms:W3CDTF">2026-05-20T08:03:07Z</dcterms:modified>
</cp:coreProperties>
</file>